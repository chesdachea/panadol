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72" r:id="rId3"/>
    <p:sldId id="273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1512"/>
    <a:srgbClr val="1567A5"/>
    <a:srgbClr val="E6133E"/>
    <a:srgbClr val="2B09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9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946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>
            <a:spLocks noGrp="1"/>
          </p:cNvSpPr>
          <p:nvPr>
            <p:ph type="pic" idx="2"/>
          </p:nvPr>
        </p:nvSpPr>
        <p:spPr>
          <a:xfrm>
            <a:off x="7101839" y="1188720"/>
            <a:ext cx="3352800" cy="4023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10695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5C1220"/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457200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4" name="Shape 2"/>
          <p:cNvSpPr/>
          <p:nvPr/>
        </p:nvSpPr>
        <p:spPr>
          <a:xfrm>
            <a:off x="8622792" y="457200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8878824" y="457200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Shape 4"/>
          <p:cNvSpPr/>
          <p:nvPr/>
        </p:nvSpPr>
        <p:spPr>
          <a:xfrm>
            <a:off x="9134856" y="457200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" name="Shape 5"/>
          <p:cNvSpPr/>
          <p:nvPr/>
        </p:nvSpPr>
        <p:spPr>
          <a:xfrm>
            <a:off x="8366760" y="713232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Shape 6"/>
          <p:cNvSpPr/>
          <p:nvPr/>
        </p:nvSpPr>
        <p:spPr>
          <a:xfrm>
            <a:off x="8622792" y="713232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Shape 7"/>
          <p:cNvSpPr/>
          <p:nvPr/>
        </p:nvSpPr>
        <p:spPr>
          <a:xfrm>
            <a:off x="8878824" y="713232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Shape 8"/>
          <p:cNvSpPr/>
          <p:nvPr/>
        </p:nvSpPr>
        <p:spPr>
          <a:xfrm>
            <a:off x="9134856" y="713232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Shape 9"/>
          <p:cNvSpPr/>
          <p:nvPr/>
        </p:nvSpPr>
        <p:spPr>
          <a:xfrm>
            <a:off x="8366760" y="969264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Shape 10"/>
          <p:cNvSpPr/>
          <p:nvPr/>
        </p:nvSpPr>
        <p:spPr>
          <a:xfrm>
            <a:off x="8622792" y="969264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Shape 11"/>
          <p:cNvSpPr/>
          <p:nvPr/>
        </p:nvSpPr>
        <p:spPr>
          <a:xfrm>
            <a:off x="8878824" y="969264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4" name="Shape 12"/>
          <p:cNvSpPr/>
          <p:nvPr/>
        </p:nvSpPr>
        <p:spPr>
          <a:xfrm>
            <a:off x="9134856" y="969264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225296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6" name="Shape 14"/>
          <p:cNvSpPr/>
          <p:nvPr/>
        </p:nvSpPr>
        <p:spPr>
          <a:xfrm>
            <a:off x="8622792" y="1225296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7" name="Shape 15"/>
          <p:cNvSpPr/>
          <p:nvPr/>
        </p:nvSpPr>
        <p:spPr>
          <a:xfrm>
            <a:off x="8878824" y="1225296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8" name="Shape 16"/>
          <p:cNvSpPr/>
          <p:nvPr/>
        </p:nvSpPr>
        <p:spPr>
          <a:xfrm>
            <a:off x="9134856" y="1225296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9" name="Shape 17"/>
          <p:cNvSpPr/>
          <p:nvPr/>
        </p:nvSpPr>
        <p:spPr>
          <a:xfrm>
            <a:off x="8366760" y="1481328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0" name="Shape 18"/>
          <p:cNvSpPr/>
          <p:nvPr/>
        </p:nvSpPr>
        <p:spPr>
          <a:xfrm>
            <a:off x="8622792" y="1481328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1" name="Shape 19"/>
          <p:cNvSpPr/>
          <p:nvPr/>
        </p:nvSpPr>
        <p:spPr>
          <a:xfrm>
            <a:off x="8878824" y="1481328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2" name="Shape 20"/>
          <p:cNvSpPr/>
          <p:nvPr/>
        </p:nvSpPr>
        <p:spPr>
          <a:xfrm>
            <a:off x="9134856" y="1481328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3" name="Shape 21"/>
          <p:cNvSpPr/>
          <p:nvPr/>
        </p:nvSpPr>
        <p:spPr>
          <a:xfrm>
            <a:off x="8366760" y="1737360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4" name="Shape 22"/>
          <p:cNvSpPr/>
          <p:nvPr/>
        </p:nvSpPr>
        <p:spPr>
          <a:xfrm>
            <a:off x="8622792" y="1737360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B0883A-BA96-5949-B3F6-2440BA219292}"/>
              </a:ext>
            </a:extLst>
          </p:cNvPr>
          <p:cNvSpPr/>
          <p:nvPr/>
        </p:nvSpPr>
        <p:spPr>
          <a:xfrm>
            <a:off x="-8762" y="0"/>
            <a:ext cx="402691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878824" y="1737360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6" name="Shape 24"/>
          <p:cNvSpPr/>
          <p:nvPr/>
        </p:nvSpPr>
        <p:spPr>
          <a:xfrm>
            <a:off x="9134856" y="1737360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7" name="Shape 25"/>
          <p:cNvSpPr/>
          <p:nvPr/>
        </p:nvSpPr>
        <p:spPr>
          <a:xfrm>
            <a:off x="8366760" y="1993392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8" name="Shape 26"/>
          <p:cNvSpPr/>
          <p:nvPr/>
        </p:nvSpPr>
        <p:spPr>
          <a:xfrm>
            <a:off x="8622792" y="1993392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9" name="Shape 27"/>
          <p:cNvSpPr/>
          <p:nvPr/>
        </p:nvSpPr>
        <p:spPr>
          <a:xfrm>
            <a:off x="8878824" y="1993392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0" name="Shape 28"/>
          <p:cNvSpPr/>
          <p:nvPr/>
        </p:nvSpPr>
        <p:spPr>
          <a:xfrm>
            <a:off x="9134856" y="1993392"/>
            <a:ext cx="54864" cy="548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9CC3099-B570-F841-B431-C435CD625F05}"/>
              </a:ext>
            </a:extLst>
          </p:cNvPr>
          <p:cNvSpPr/>
          <p:nvPr/>
        </p:nvSpPr>
        <p:spPr>
          <a:xfrm>
            <a:off x="4028314" y="5080"/>
            <a:ext cx="8170798" cy="6852920"/>
          </a:xfrm>
          <a:prstGeom prst="rect">
            <a:avLst/>
          </a:prstGeom>
          <a:solidFill>
            <a:srgbClr val="15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450969" y="211912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PROPOSAL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99153" y="2398014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Panadol — Cambodia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Media Creative</a:t>
            </a:r>
            <a:endParaRPr lang="en-US" sz="38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26AA69E-EC01-E54F-A219-3556BD5BD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922" y="1225296"/>
            <a:ext cx="4037076" cy="40370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A22299C-D540-F948-E59E-98B7929F1C2C}"/>
              </a:ext>
            </a:extLst>
          </p:cNvPr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4B"/>
                </a:solidFill>
                <a:latin typeface="Calibri" pitchFamily="34" charset="0"/>
                <a:cs typeface="Calibri" pitchFamily="34" charset="-120"/>
              </a:rPr>
              <a:t>Innovative Solutions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620FD84-C59D-DA9C-4372-471B75970E4E}"/>
              </a:ext>
            </a:extLst>
          </p:cNvPr>
          <p:cNvSpPr/>
          <p:nvPr/>
        </p:nvSpPr>
        <p:spPr>
          <a:xfrm>
            <a:off x="474212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0910"/>
                </a:solidFill>
                <a:latin typeface="Cambria" pitchFamily="34" charset="0"/>
              </a:rPr>
              <a:t>Rich Media Creatives</a:t>
            </a:r>
            <a:endParaRPr lang="en-US" sz="3000" dirty="0">
              <a:solidFill>
                <a:srgbClr val="2B0910"/>
              </a:solidFill>
            </a:endParaRPr>
          </a:p>
        </p:txBody>
      </p:sp>
      <p:sp>
        <p:nvSpPr>
          <p:cNvPr id="3" name="Google Shape;283;p12">
            <a:extLst>
              <a:ext uri="{FF2B5EF4-FFF2-40B4-BE49-F238E27FC236}">
                <a16:creationId xmlns:a16="http://schemas.microsoft.com/office/drawing/2014/main" id="{E263C6BD-6955-DE30-FFBF-9535C1A72FD0}"/>
              </a:ext>
            </a:extLst>
          </p:cNvPr>
          <p:cNvSpPr/>
          <p:nvPr/>
        </p:nvSpPr>
        <p:spPr>
          <a:xfrm>
            <a:off x="1216664" y="1580567"/>
            <a:ext cx="2197096" cy="4202795"/>
          </a:xfrm>
          <a:custGeom>
            <a:avLst/>
            <a:gdLst/>
            <a:ahLst/>
            <a:cxnLst/>
            <a:rect l="l" t="t" r="r" b="b"/>
            <a:pathLst>
              <a:path w="2449580" h="5001896" extrusionOk="0">
                <a:moveTo>
                  <a:pt x="0" y="0"/>
                </a:moveTo>
                <a:lnTo>
                  <a:pt x="2449580" y="0"/>
                </a:lnTo>
                <a:lnTo>
                  <a:pt x="2449580" y="5001895"/>
                </a:lnTo>
                <a:lnTo>
                  <a:pt x="0" y="500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" name="Google Shape;283;p12">
            <a:extLst>
              <a:ext uri="{FF2B5EF4-FFF2-40B4-BE49-F238E27FC236}">
                <a16:creationId xmlns:a16="http://schemas.microsoft.com/office/drawing/2014/main" id="{735FF7D0-2856-B3E9-B756-DD712B4C4564}"/>
              </a:ext>
            </a:extLst>
          </p:cNvPr>
          <p:cNvSpPr/>
          <p:nvPr/>
        </p:nvSpPr>
        <p:spPr>
          <a:xfrm>
            <a:off x="4738285" y="1497158"/>
            <a:ext cx="2196189" cy="4286204"/>
          </a:xfrm>
          <a:custGeom>
            <a:avLst/>
            <a:gdLst/>
            <a:ahLst/>
            <a:cxnLst/>
            <a:rect l="l" t="t" r="r" b="b"/>
            <a:pathLst>
              <a:path w="2449580" h="5001896" extrusionOk="0">
                <a:moveTo>
                  <a:pt x="0" y="0"/>
                </a:moveTo>
                <a:lnTo>
                  <a:pt x="2449580" y="0"/>
                </a:lnTo>
                <a:lnTo>
                  <a:pt x="2449580" y="5001895"/>
                </a:lnTo>
                <a:lnTo>
                  <a:pt x="0" y="500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Google Shape;283;p12">
            <a:extLst>
              <a:ext uri="{FF2B5EF4-FFF2-40B4-BE49-F238E27FC236}">
                <a16:creationId xmlns:a16="http://schemas.microsoft.com/office/drawing/2014/main" id="{D379E878-CBE6-CDF1-3BF6-D129566E6701}"/>
              </a:ext>
            </a:extLst>
          </p:cNvPr>
          <p:cNvSpPr/>
          <p:nvPr/>
        </p:nvSpPr>
        <p:spPr>
          <a:xfrm>
            <a:off x="8468319" y="1482274"/>
            <a:ext cx="2196189" cy="4286204"/>
          </a:xfrm>
          <a:custGeom>
            <a:avLst/>
            <a:gdLst/>
            <a:ahLst/>
            <a:cxnLst/>
            <a:rect l="l" t="t" r="r" b="b"/>
            <a:pathLst>
              <a:path w="2449580" h="5001896" extrusionOk="0">
                <a:moveTo>
                  <a:pt x="0" y="0"/>
                </a:moveTo>
                <a:lnTo>
                  <a:pt x="2449580" y="0"/>
                </a:lnTo>
                <a:lnTo>
                  <a:pt x="2449580" y="5001895"/>
                </a:lnTo>
                <a:lnTo>
                  <a:pt x="0" y="500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KH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524BCA-7B9A-B679-E92C-0990CFAD6B68}"/>
              </a:ext>
            </a:extLst>
          </p:cNvPr>
          <p:cNvSpPr txBox="1"/>
          <p:nvPr/>
        </p:nvSpPr>
        <p:spPr>
          <a:xfrm>
            <a:off x="566057" y="6313714"/>
            <a:ext cx="3879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H" sz="1100" dirty="0">
                <a:solidFill>
                  <a:srgbClr val="FF0000"/>
                </a:solidFill>
              </a:rPr>
              <a:t>*** all the texts, images used are mockup for presentation only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65AFAE-4FC6-843A-90DF-3D1788D50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306" y="2127380"/>
            <a:ext cx="1950723" cy="31426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93FFD6-34D1-4C78-7436-B397BF9C0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086" y="2110012"/>
            <a:ext cx="1961171" cy="31600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9FB984F-34D7-3916-11C2-8462D95EA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02" y="2066624"/>
            <a:ext cx="1942221" cy="326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580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A6C50-59B7-AA7C-4E37-F9AC4FA7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5F3F50F-5A3B-FD32-55A9-C695484EF043}"/>
              </a:ext>
            </a:extLst>
          </p:cNvPr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4B"/>
                </a:solidFill>
                <a:latin typeface="Calibri" pitchFamily="34" charset="0"/>
                <a:cs typeface="Calibri" pitchFamily="34" charset="-120"/>
              </a:rPr>
              <a:t>Innovative Solutions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799E409-32BD-70E5-91DA-03F8C9C2A8D1}"/>
              </a:ext>
            </a:extLst>
          </p:cNvPr>
          <p:cNvSpPr/>
          <p:nvPr/>
        </p:nvSpPr>
        <p:spPr>
          <a:xfrm>
            <a:off x="474212" y="548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0910"/>
                </a:solidFill>
                <a:latin typeface="Cambria" pitchFamily="34" charset="0"/>
              </a:rPr>
              <a:t>Rich Media Creatives</a:t>
            </a:r>
            <a:endParaRPr lang="en-US" sz="3000" dirty="0">
              <a:solidFill>
                <a:srgbClr val="2B091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81BAB5-43B7-DDC9-6FE1-AA49748B2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212" y="2106385"/>
            <a:ext cx="2092224" cy="3060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5C49E2-F95B-4C88-75E6-75E122289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200" y="2106385"/>
            <a:ext cx="2082800" cy="30464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80B271-A490-E438-0335-D7BFC19F0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539" y="2106385"/>
            <a:ext cx="2013003" cy="2974437"/>
          </a:xfrm>
          <a:prstGeom prst="rect">
            <a:avLst/>
          </a:prstGeom>
        </p:spPr>
      </p:pic>
      <p:sp>
        <p:nvSpPr>
          <p:cNvPr id="3" name="Google Shape;283;p12">
            <a:extLst>
              <a:ext uri="{FF2B5EF4-FFF2-40B4-BE49-F238E27FC236}">
                <a16:creationId xmlns:a16="http://schemas.microsoft.com/office/drawing/2014/main" id="{EA5B9AF2-C92C-42FD-F9ED-9358A654523F}"/>
              </a:ext>
            </a:extLst>
          </p:cNvPr>
          <p:cNvSpPr/>
          <p:nvPr/>
        </p:nvSpPr>
        <p:spPr>
          <a:xfrm>
            <a:off x="1364480" y="1450568"/>
            <a:ext cx="2196189" cy="4286204"/>
          </a:xfrm>
          <a:custGeom>
            <a:avLst/>
            <a:gdLst/>
            <a:ahLst/>
            <a:cxnLst/>
            <a:rect l="l" t="t" r="r" b="b"/>
            <a:pathLst>
              <a:path w="2449580" h="5001896" extrusionOk="0">
                <a:moveTo>
                  <a:pt x="0" y="0"/>
                </a:moveTo>
                <a:lnTo>
                  <a:pt x="2449580" y="0"/>
                </a:lnTo>
                <a:lnTo>
                  <a:pt x="2449580" y="5001895"/>
                </a:lnTo>
                <a:lnTo>
                  <a:pt x="0" y="500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Google Shape;283;p12">
            <a:extLst>
              <a:ext uri="{FF2B5EF4-FFF2-40B4-BE49-F238E27FC236}">
                <a16:creationId xmlns:a16="http://schemas.microsoft.com/office/drawing/2014/main" id="{949B3A63-EAD5-8ADF-3445-3C93CA3101B4}"/>
              </a:ext>
            </a:extLst>
          </p:cNvPr>
          <p:cNvSpPr/>
          <p:nvPr/>
        </p:nvSpPr>
        <p:spPr>
          <a:xfrm>
            <a:off x="4359846" y="1450568"/>
            <a:ext cx="2196189" cy="4286204"/>
          </a:xfrm>
          <a:custGeom>
            <a:avLst/>
            <a:gdLst/>
            <a:ahLst/>
            <a:cxnLst/>
            <a:rect l="l" t="t" r="r" b="b"/>
            <a:pathLst>
              <a:path w="2449580" h="5001896" extrusionOk="0">
                <a:moveTo>
                  <a:pt x="0" y="0"/>
                </a:moveTo>
                <a:lnTo>
                  <a:pt x="2449580" y="0"/>
                </a:lnTo>
                <a:lnTo>
                  <a:pt x="2449580" y="5001895"/>
                </a:lnTo>
                <a:lnTo>
                  <a:pt x="0" y="500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" name="Google Shape;283;p12">
            <a:extLst>
              <a:ext uri="{FF2B5EF4-FFF2-40B4-BE49-F238E27FC236}">
                <a16:creationId xmlns:a16="http://schemas.microsoft.com/office/drawing/2014/main" id="{22232ED1-07C6-6EBD-0166-08E89A58DC52}"/>
              </a:ext>
            </a:extLst>
          </p:cNvPr>
          <p:cNvSpPr/>
          <p:nvPr/>
        </p:nvSpPr>
        <p:spPr>
          <a:xfrm>
            <a:off x="7251247" y="1450568"/>
            <a:ext cx="2196189" cy="4286204"/>
          </a:xfrm>
          <a:custGeom>
            <a:avLst/>
            <a:gdLst/>
            <a:ahLst/>
            <a:cxnLst/>
            <a:rect l="l" t="t" r="r" b="b"/>
            <a:pathLst>
              <a:path w="2449580" h="5001896" extrusionOk="0">
                <a:moveTo>
                  <a:pt x="0" y="0"/>
                </a:moveTo>
                <a:lnTo>
                  <a:pt x="2449580" y="0"/>
                </a:lnTo>
                <a:lnTo>
                  <a:pt x="2449580" y="5001895"/>
                </a:lnTo>
                <a:lnTo>
                  <a:pt x="0" y="50018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KH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20C751-8213-2CEC-9049-86A7F2F56765}"/>
              </a:ext>
            </a:extLst>
          </p:cNvPr>
          <p:cNvSpPr txBox="1"/>
          <p:nvPr/>
        </p:nvSpPr>
        <p:spPr>
          <a:xfrm>
            <a:off x="566057" y="6313714"/>
            <a:ext cx="3879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H" sz="1100" dirty="0">
                <a:solidFill>
                  <a:srgbClr val="FF0000"/>
                </a:solidFill>
              </a:rPr>
              <a:t>*** all the texts, images used are mockup for presentation only  </a:t>
            </a:r>
          </a:p>
        </p:txBody>
      </p:sp>
    </p:spTree>
    <p:extLst>
      <p:ext uri="{BB962C8B-B14F-4D97-AF65-F5344CB8AC3E}">
        <p14:creationId xmlns:p14="http://schemas.microsoft.com/office/powerpoint/2010/main" val="856238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43</Words>
  <Application>Microsoft Office PowerPoint</Application>
  <PresentationFormat>Widescreen</PresentationFormat>
  <Paragraphs>10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chesda chea</cp:lastModifiedBy>
  <cp:revision>12</cp:revision>
  <dcterms:created xsi:type="dcterms:W3CDTF">2026-07-31T08:20:30Z</dcterms:created>
  <dcterms:modified xsi:type="dcterms:W3CDTF">2026-09-01T10:07:37Z</dcterms:modified>
</cp:coreProperties>
</file>